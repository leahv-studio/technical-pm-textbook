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88" d="100"/>
          <a:sy n="188" d="100"/>
        </p:scale>
        <p:origin x="792" y="-3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6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55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50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33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800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8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34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03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15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19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33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603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7C373E9-3C8D-FAC3-4498-7CB9E34FB9D1}"/>
              </a:ext>
            </a:extLst>
          </p:cNvPr>
          <p:cNvSpPr/>
          <p:nvPr/>
        </p:nvSpPr>
        <p:spPr>
          <a:xfrm>
            <a:off x="4305666" y="921446"/>
            <a:ext cx="3226281" cy="1794662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2FA683D-2050-1891-7DEE-D0DECD74F631}"/>
              </a:ext>
            </a:extLst>
          </p:cNvPr>
          <p:cNvSpPr/>
          <p:nvPr/>
        </p:nvSpPr>
        <p:spPr>
          <a:xfrm>
            <a:off x="4370012" y="3011019"/>
            <a:ext cx="2491375" cy="2011407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0B286-FBB4-42C6-6BB4-D909B4174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423" y="186610"/>
            <a:ext cx="6606540" cy="481606"/>
          </a:xfrm>
        </p:spPr>
        <p:txBody>
          <a:bodyPr>
            <a:normAutofit/>
          </a:bodyPr>
          <a:lstStyle/>
          <a:p>
            <a:r>
              <a:rPr lang="en-US" sz="2400" dirty="0"/>
              <a:t>Intelligent Book Workshop Cheet Sheat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DA18E08-2433-289B-71FF-99A278606DD1}"/>
              </a:ext>
            </a:extLst>
          </p:cNvPr>
          <p:cNvSpPr/>
          <p:nvPr/>
        </p:nvSpPr>
        <p:spPr>
          <a:xfrm>
            <a:off x="207797" y="789367"/>
            <a:ext cx="3957803" cy="2400874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BB7EACB-68F9-FAE7-859A-AA69340C1199}"/>
              </a:ext>
            </a:extLst>
          </p:cNvPr>
          <p:cNvSpPr/>
          <p:nvPr/>
        </p:nvSpPr>
        <p:spPr>
          <a:xfrm>
            <a:off x="365576" y="650997"/>
            <a:ext cx="87863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Setup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A21C3A-D613-84B7-8366-D78400D53B86}"/>
              </a:ext>
            </a:extLst>
          </p:cNvPr>
          <p:cNvSpPr txBox="1"/>
          <p:nvPr/>
        </p:nvSpPr>
        <p:spPr>
          <a:xfrm>
            <a:off x="301487" y="980200"/>
            <a:ext cx="380992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</a:rPr>
              <a:t>$ mkdir ~/projects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cd projects</a:t>
            </a:r>
          </a:p>
          <a:p>
            <a:r>
              <a:rPr lang="en-US" sz="1200" dirty="0"/>
              <a:t>$ </a:t>
            </a:r>
            <a:r>
              <a:rPr lang="en-US" sz="1200" dirty="0">
                <a:solidFill>
                  <a:schemeClr val="tx1"/>
                </a:solidFill>
              </a:rPr>
              <a:t>git </a:t>
            </a:r>
            <a:r>
              <a:rPr lang="en-US" sz="1200" dirty="0"/>
              <a:t>clone https://github.com/dmccreary/claude-skills</a:t>
            </a:r>
          </a:p>
          <a:p>
            <a:r>
              <a:rPr lang="en-US" sz="1200" dirty="0"/>
              <a:t>$ export BK_HOME=$HOME/projects/claude-skills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cd claude-skills/scripts</a:t>
            </a:r>
          </a:p>
          <a:p>
            <a:r>
              <a:rPr lang="en-US" sz="1200" dirty="0"/>
              <a:t>$ ./bk-install-scripts</a:t>
            </a:r>
          </a:p>
          <a:p>
            <a:r>
              <a:rPr lang="en-US" sz="1200" dirty="0">
                <a:solidFill>
                  <a:schemeClr val="tx1"/>
                </a:solidFill>
              </a:rPr>
              <a:t>$</a:t>
            </a:r>
            <a:r>
              <a:rPr lang="en-US" sz="1200" dirty="0"/>
              <a:t> ./bk-install-skills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</a:t>
            </a:r>
            <a:r>
              <a:rPr lang="en-US" sz="1200" dirty="0"/>
              <a:t>cd ~/projects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git clone </a:t>
            </a:r>
            <a:r>
              <a:rPr lang="en-US" sz="1200" dirty="0"/>
              <a:t>https://github.com/GITHUB_ID/BOOK_REPO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cd </a:t>
            </a:r>
            <a:r>
              <a:rPr lang="en-US" sz="1200" dirty="0"/>
              <a:t>BOOK_REPO</a:t>
            </a:r>
          </a:p>
          <a:p>
            <a:r>
              <a:rPr lang="en-US" sz="1200" dirty="0">
                <a:solidFill>
                  <a:schemeClr val="tx1"/>
                </a:solidFill>
              </a:rPr>
              <a:t>$ claude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1A9516B-8298-83E7-3DB0-E3D62B1EF202}"/>
              </a:ext>
            </a:extLst>
          </p:cNvPr>
          <p:cNvSpPr/>
          <p:nvPr/>
        </p:nvSpPr>
        <p:spPr>
          <a:xfrm>
            <a:off x="4450079" y="2377439"/>
            <a:ext cx="229810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L1: Static Textbook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92EEFB-DF75-DA62-5229-9FA59F4A61C3}"/>
              </a:ext>
            </a:extLst>
          </p:cNvPr>
          <p:cNvSpPr/>
          <p:nvPr/>
        </p:nvSpPr>
        <p:spPr>
          <a:xfrm>
            <a:off x="4612640" y="2079104"/>
            <a:ext cx="1974615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L2: Interactive Textbook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BF3B9BA-AC66-A764-4FB5-BFA5DB9F75E5}"/>
              </a:ext>
            </a:extLst>
          </p:cNvPr>
          <p:cNvSpPr/>
          <p:nvPr/>
        </p:nvSpPr>
        <p:spPr>
          <a:xfrm>
            <a:off x="4748107" y="1761681"/>
            <a:ext cx="1705044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L3: Adaptive Textbook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5EB3DA3-086A-538A-BE19-04F53C6D02E3}"/>
              </a:ext>
            </a:extLst>
          </p:cNvPr>
          <p:cNvSpPr/>
          <p:nvPr/>
        </p:nvSpPr>
        <p:spPr>
          <a:xfrm>
            <a:off x="4856482" y="1463347"/>
            <a:ext cx="151634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L4: Chatbot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A6C9488-38A8-0757-7F84-6474957E0309}"/>
              </a:ext>
            </a:extLst>
          </p:cNvPr>
          <p:cNvSpPr/>
          <p:nvPr/>
        </p:nvSpPr>
        <p:spPr>
          <a:xfrm>
            <a:off x="4930988" y="1165013"/>
            <a:ext cx="1341120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L5: Autonomous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597E922A-B664-AFF5-3C0E-EFCB1B4C99AB}"/>
              </a:ext>
            </a:extLst>
          </p:cNvPr>
          <p:cNvSpPr/>
          <p:nvPr/>
        </p:nvSpPr>
        <p:spPr>
          <a:xfrm>
            <a:off x="6719146" y="2038772"/>
            <a:ext cx="700887" cy="298026"/>
          </a:xfrm>
          <a:prstGeom prst="leftArrow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Today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A8EB-DB3A-DCED-5F89-CB90A8B6E03D}"/>
              </a:ext>
            </a:extLst>
          </p:cNvPr>
          <p:cNvSpPr/>
          <p:nvPr/>
        </p:nvSpPr>
        <p:spPr>
          <a:xfrm>
            <a:off x="217958" y="3535953"/>
            <a:ext cx="3270310" cy="2011407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2EA3D-FBC9-CDA4-17B3-44F45D333168}"/>
              </a:ext>
            </a:extLst>
          </p:cNvPr>
          <p:cNvSpPr/>
          <p:nvPr/>
        </p:nvSpPr>
        <p:spPr>
          <a:xfrm>
            <a:off x="375735" y="3397583"/>
            <a:ext cx="271967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Sample Book Generation Skills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AAE01C-B1FA-FA26-734E-42EFC967A0EE}"/>
              </a:ext>
            </a:extLst>
          </p:cNvPr>
          <p:cNvSpPr txBox="1"/>
          <p:nvPr/>
        </p:nvSpPr>
        <p:spPr>
          <a:xfrm>
            <a:off x="338740" y="3720013"/>
            <a:ext cx="304792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&gt;</a:t>
            </a:r>
            <a:r>
              <a:rPr lang="en-US" sz="1200" dirty="0">
                <a:solidFill>
                  <a:schemeClr val="tx1"/>
                </a:solidFill>
              </a:rPr>
              <a:t> /skill course-description-analyzer</a:t>
            </a:r>
          </a:p>
          <a:p>
            <a:r>
              <a:rPr lang="en-US" sz="1200" dirty="0"/>
              <a:t>&gt; /skill learning-graph-generator</a:t>
            </a:r>
          </a:p>
          <a:p>
            <a:r>
              <a:rPr lang="en-US" sz="1200" dirty="0">
                <a:solidFill>
                  <a:schemeClr val="tx1"/>
                </a:solidFill>
              </a:rPr>
              <a:t>&gt; /skill install-learning-graph-viewer</a:t>
            </a:r>
          </a:p>
          <a:p>
            <a:r>
              <a:rPr lang="en-US" sz="1200" dirty="0">
                <a:solidFill>
                  <a:schemeClr val="tx1"/>
                </a:solidFill>
              </a:rPr>
              <a:t>&gt; /skill book-chapter-generator</a:t>
            </a:r>
          </a:p>
          <a:p>
            <a:r>
              <a:rPr lang="en-US" sz="1200" dirty="0">
                <a:solidFill>
                  <a:schemeClr val="tx1"/>
                </a:solidFill>
              </a:rPr>
              <a:t>&gt; /</a:t>
            </a:r>
            <a:r>
              <a:rPr lang="en-US" sz="1200" dirty="0"/>
              <a:t>skill chapter-content-generator chapter 1</a:t>
            </a:r>
            <a:br>
              <a:rPr lang="en-US" sz="1200" dirty="0"/>
            </a:br>
            <a:r>
              <a:rPr lang="en-US" sz="1200" dirty="0"/>
              <a:t>&gt; /skill glossary-generator</a:t>
            </a:r>
            <a:br>
              <a:rPr lang="en-US" sz="1200" dirty="0"/>
            </a:br>
            <a:r>
              <a:rPr lang="en-US" sz="1200" dirty="0"/>
              <a:t>&gt; /skill </a:t>
            </a:r>
            <a:r>
              <a:rPr lang="en-US" sz="1200" dirty="0" err="1"/>
              <a:t>faq</a:t>
            </a:r>
            <a:r>
              <a:rPr lang="en-US" sz="1200" dirty="0"/>
              <a:t>-generator</a:t>
            </a:r>
            <a:br>
              <a:rPr lang="en-US" sz="1200" dirty="0"/>
            </a:br>
            <a:r>
              <a:rPr lang="en-US" sz="1200" dirty="0"/>
              <a:t>&gt;/skill quiz-generator</a:t>
            </a:r>
            <a:br>
              <a:rPr lang="en-US" sz="1200" dirty="0"/>
            </a:br>
            <a:r>
              <a:rPr lang="en-US" sz="1200" dirty="0"/>
              <a:t>&gt;/skill linkedin-announcement-generator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61D2947-31D0-4E46-9DBC-D585C71505C2}"/>
              </a:ext>
            </a:extLst>
          </p:cNvPr>
          <p:cNvSpPr/>
          <p:nvPr/>
        </p:nvSpPr>
        <p:spPr>
          <a:xfrm>
            <a:off x="4372003" y="742437"/>
            <a:ext cx="125663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Book Levels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3EAF7BA-6772-076C-8B3D-101310527409}"/>
              </a:ext>
            </a:extLst>
          </p:cNvPr>
          <p:cNvSpPr/>
          <p:nvPr/>
        </p:nvSpPr>
        <p:spPr>
          <a:xfrm>
            <a:off x="4558270" y="2852331"/>
            <a:ext cx="207959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2001 Bloom Taxonomy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AE6DF8E-4EAE-A0CC-FA7A-D99E3A2A76EA}"/>
              </a:ext>
            </a:extLst>
          </p:cNvPr>
          <p:cNvSpPr/>
          <p:nvPr/>
        </p:nvSpPr>
        <p:spPr>
          <a:xfrm>
            <a:off x="4771813" y="4700694"/>
            <a:ext cx="1764454" cy="2201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Remember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F760B4-CDE3-63AB-7EED-B1B3881D7E15}"/>
              </a:ext>
            </a:extLst>
          </p:cNvPr>
          <p:cNvSpPr/>
          <p:nvPr/>
        </p:nvSpPr>
        <p:spPr>
          <a:xfrm>
            <a:off x="4907280" y="4391766"/>
            <a:ext cx="1493520" cy="2407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Understand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A2A122F-5104-FB11-1AA9-908878D2A832}"/>
              </a:ext>
            </a:extLst>
          </p:cNvPr>
          <p:cNvSpPr/>
          <p:nvPr/>
        </p:nvSpPr>
        <p:spPr>
          <a:xfrm>
            <a:off x="5034280" y="4094540"/>
            <a:ext cx="1239520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Apply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0E60462-9E09-386C-2F52-A994F93E338B}"/>
              </a:ext>
            </a:extLst>
          </p:cNvPr>
          <p:cNvSpPr/>
          <p:nvPr/>
        </p:nvSpPr>
        <p:spPr>
          <a:xfrm>
            <a:off x="5229015" y="3519177"/>
            <a:ext cx="850051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Analize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6974B5D-80CB-D80A-E958-8B9B29868537}"/>
              </a:ext>
            </a:extLst>
          </p:cNvPr>
          <p:cNvSpPr/>
          <p:nvPr/>
        </p:nvSpPr>
        <p:spPr>
          <a:xfrm>
            <a:off x="5313681" y="3241040"/>
            <a:ext cx="680718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Create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B215BB7-CB97-8CAD-ACB2-DE4E3785A388}"/>
              </a:ext>
            </a:extLst>
          </p:cNvPr>
          <p:cNvSpPr/>
          <p:nvPr/>
        </p:nvSpPr>
        <p:spPr>
          <a:xfrm>
            <a:off x="5142654" y="3797314"/>
            <a:ext cx="1022772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Evaluate</a:t>
            </a:r>
          </a:p>
        </p:txBody>
      </p:sp>
    </p:spTree>
    <p:extLst>
      <p:ext uri="{BB962C8B-B14F-4D97-AF65-F5344CB8AC3E}">
        <p14:creationId xmlns:p14="http://schemas.microsoft.com/office/powerpoint/2010/main" val="12060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148</Words>
  <Application>Microsoft Macintosh PowerPoint</Application>
  <PresentationFormat>Custom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Intelligent Book Workshop Cheet Sheat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1</cp:revision>
  <dcterms:created xsi:type="dcterms:W3CDTF">2025-12-01T16:11:19Z</dcterms:created>
  <dcterms:modified xsi:type="dcterms:W3CDTF">2025-12-01T16:52:11Z</dcterms:modified>
</cp:coreProperties>
</file>